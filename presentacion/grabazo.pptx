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5F5F7"/>
                </a:solidFill>
                <a:latin typeface="Arial"/>
              </a:rPr>
              <a:t>Grabazo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A1A1A6"/>
                </a:solidFill>
                <a:latin typeface="Arial"/>
              </a:rPr>
              <a:t>Graba tu pantalla, tu cámara y tus anotaciones. Tu celular es el control remoto.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Miguel Mogrovejo · Octubre de 2026</a:t>
            </a:r>
          </a:p>
        </p:txBody>
      </p:sp>
      <p:pic>
        <p:nvPicPr>
          <p:cNvPr id="7" name="Picture 6" descr="phone-contro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EL RETO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Grabar un buen tutorial no debería ser difícil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Herramientas a medias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Una app para grabar, otra para la cámara, otra para dibujar y otra para recortar.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Límites y marcas de agua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Cinco minutos gratis, un logo encima y una cuenta obligatoria.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Atado al mouse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Para pausar, señalar o hacer zoom hay que soltar lo que estás explicando.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guion a la vista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Leer las notas en la misma pantalla se nota en el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en una extensión de Chrome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Grabazo graba, anota y edita desde el navegador. Y con un QR, tu celular se vuelve control remoto, teleprompter y cámara.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límites ni marcas de agua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Gratis, sin cuentas; los videos quedan en tu computadora.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074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Anota mientras grabas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Dibujo, zoom, foco de luz y difuminar en vivo.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12064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383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Tu celular al mando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1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Control remoto, guion y cámara, sin instalar nada.</a:t>
            </a:r>
          </a:p>
        </p:txBody>
      </p:sp>
      <p:pic>
        <p:nvPicPr>
          <p:cNvPr id="15" name="Picture 14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371600"/>
            <a:ext cx="5989320" cy="3556159"/>
          </a:xfrm>
          <a:prstGeom prst="rect">
            <a:avLst/>
          </a:prstGeom>
        </p:spPr>
      </p:pic>
      <p:pic>
        <p:nvPicPr>
          <p:cNvPr id="16" name="Picture 15" descr="phone-contro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926080"/>
            <a:ext cx="17415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CÓMO SE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Tres pasos y estás grabando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Elige qué grabar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Haz clic en Grabazo (o Alt+Shift+G): pestaña, área, ventana, pantalla o solo cámara.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1839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Graba y anota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Pulsa Grabar (Alt+Shift+R). Dibuja, haz zoom o enciende el foco desde la barra o tu celular.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Recorta y exporta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Al detener se abre el estudio: recorta, corta partes y exporta en MP4, WebM o GIF.</a:t>
            </a:r>
          </a:p>
        </p:txBody>
      </p:sp>
      <p:pic>
        <p:nvPicPr>
          <p:cNvPr id="17" name="Picture 16" descr="popup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502920"/>
            <a:ext cx="2909236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CAPTURA Y AUDIO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 exactamente lo que quieres mostrar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Pestaña, área, ventana, pantalla o solo cámara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Hasta 4K y 60 cuadros por segundo, en MP4 o WebM.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Micrófono y sonido a la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La voz y el audio de la pestaña o del sistema, en una pista.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Pulsar para hablar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micrófono graba solo mientras mantienes una tecla o «Hablar» en el celular.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Cuenta regresiva y límite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Pausa, reinicia o descarta; aviso 10 segundos antes del límite.</a:t>
            </a:r>
          </a:p>
        </p:txBody>
      </p:sp>
      <p:pic>
        <p:nvPicPr>
          <p:cNvPr id="17" name="Picture 16" descr="popup-graband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02920"/>
            <a:ext cx="2909236" cy="5943600"/>
          </a:xfrm>
          <a:prstGeom prst="rect">
            <a:avLst/>
          </a:prstGeom>
        </p:spPr>
      </p:pic>
      <p:pic>
        <p:nvPicPr>
          <p:cNvPr id="18" name="Picture 17" descr="popup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1097280"/>
            <a:ext cx="25064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BURBUJA DE LA CÁMARA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cara, donde la quieras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Flotante y arrastrable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Círculo o rectángulo, cuatro tamaños y modo espejo.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Fondos y desenfoque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Separa a la persona del fondo en la propia computadora.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Filtros de color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Blanco y negro, cálido, frío, vívido y retro.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Sobre todas las apps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Ventana flotante al grabar la pantalla completa.</a:t>
            </a:r>
          </a:p>
        </p:txBody>
      </p:sp>
      <p:pic>
        <p:nvPicPr>
          <p:cNvPr id="17" name="Picture 16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37360"/>
            <a:ext cx="58521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DIBUJA Y ANOTA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Señala lo importante sin pausar</a:t>
            </a:r>
          </a:p>
        </p:txBody>
      </p:sp>
      <p:pic>
        <p:nvPicPr>
          <p:cNvPr id="5" name="Picture 4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766560" cy="4017645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26679" y="218541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Lápiz y resaltador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0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Trazos suaves, nítidos en cualquier pantalla.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296265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Flechas y formas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Rectángulos y círculos (Shift: perfectos).</a:t>
            </a:r>
          </a:p>
        </p:txBody>
      </p:sp>
      <p:sp>
        <p:nvSpPr>
          <p:cNvPr id="12" name="Oval 11"/>
          <p:cNvSpPr/>
          <p:nvPr/>
        </p:nvSpPr>
        <p:spPr>
          <a:xfrm>
            <a:off x="7726679" y="373989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90448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Un clic y escribe sobre la página.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517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Borrador y deshacer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68172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Borra un trazo o todo; Ctrl+Z deshace.</a:t>
            </a:r>
          </a:p>
        </p:txBody>
      </p:sp>
      <p:sp>
        <p:nvSpPr>
          <p:cNvPr id="18" name="Oval 17"/>
          <p:cNvSpPr/>
          <p:nvPr/>
        </p:nvSpPr>
        <p:spPr>
          <a:xfrm>
            <a:off x="7726679" y="529437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2120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Tinta que se desvanece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5896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dibujos se borran solos si quieres.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CURSOR Y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Que todos sigan lo que haces</a:t>
            </a:r>
          </a:p>
        </p:txBody>
      </p:sp>
      <p:pic>
        <p:nvPicPr>
          <p:cNvPr id="5" name="Picture 4" descr="grabando-foc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57400"/>
            <a:ext cx="5349240" cy="3176111"/>
          </a:xfrm>
          <a:prstGeom prst="rect">
            <a:avLst/>
          </a:prstGeom>
        </p:spPr>
      </p:pic>
      <p:pic>
        <p:nvPicPr>
          <p:cNvPr id="6" name="Picture 5" descr="grabando-difumina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057400"/>
            <a:ext cx="5349240" cy="3176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A1A1A6"/>
                </a:solidFill>
                <a:latin typeface="Arial"/>
              </a:rPr>
              <a:t>Foco de luz, clics y zoom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400" b="0">
                <a:solidFill>
                  <a:srgbClr val="A1A1A6"/>
                </a:solidFill>
                <a:latin typeface="Arial"/>
              </a:rPr>
              <a:t>Oscurece el resto, resalta cada clic y acerca la imagen siguiendo al cursor.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A1A1A6"/>
                </a:solidFill>
                <a:latin typeface="Arial"/>
              </a:rPr>
              <a:t>Difuminar datos sensibles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400" b="0">
                <a:solidFill>
                  <a:srgbClr val="A1A1A6"/>
                </a:solidFill>
                <a:latin typeface="Arial"/>
              </a:rPr>
              <a:t>Un clic sobre un elemento o arrastra una zona, en tiempo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TU CELULAR · CONTROL REMOTO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 sin tocar el mouse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Escanea el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apps ni cuentas: se abre una página en el navegador.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80944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986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Grabar, pausar, reiniciar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455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Con el tiempo de grabación a la vista.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307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4845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Herramientas y colores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Elige lápiz, flecha, texto o borrador, y el color.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Zoom, foco, clics y barra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451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Actívalos mientras explicas, desde tu mano.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3036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Hablar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Mantén el botón para que el micrófono grabe tu voz.</a:t>
            </a:r>
          </a:p>
        </p:txBody>
      </p:sp>
      <p:pic>
        <p:nvPicPr>
          <p:cNvPr id="20" name="Picture 19" descr="phone-control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502920"/>
            <a:ext cx="2830068" cy="5943600"/>
          </a:xfrm>
          <a:prstGeom prst="rect">
            <a:avLst/>
          </a:prstGeom>
        </p:spPr>
      </p:pic>
      <p:pic>
        <p:nvPicPr>
          <p:cNvPr id="21" name="Picture 20" descr="popup-q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914400"/>
            <a:ext cx="191830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TU CELULAR · GUION Y CÁMARA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Lee tu guion y grábate con el celular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Teleprompter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Tu guion con desplazamiento automático que empieza al grabar.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 tu medida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Velocidad, tamaño de letra y modo espejo para vidrio.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Edítalo en cualquier 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 los ajustes de Grabazo o en el mismo celular.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La cámara del celular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Como burbuja de la grabación, con su micrófono.</a:t>
            </a:r>
          </a:p>
        </p:txBody>
      </p:sp>
      <p:pic>
        <p:nvPicPr>
          <p:cNvPr id="17" name="Picture 16" descr="phone-guion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502920"/>
            <a:ext cx="2830068" cy="5943600"/>
          </a:xfrm>
          <a:prstGeom prst="rect">
            <a:avLst/>
          </a:prstGeom>
        </p:spPr>
      </p:pic>
      <p:pic>
        <p:nvPicPr>
          <p:cNvPr id="18" name="Picture 17" descr="phone-camara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502920"/>
            <a:ext cx="2830068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Recorta y exporta en segundos</a:t>
            </a:r>
          </a:p>
        </p:txBody>
      </p:sp>
      <p:pic>
        <p:nvPicPr>
          <p:cNvPr id="5" name="Picture 4" descr="estudi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766560" cy="42291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26679" y="218541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Recortar y cortar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0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inicio, el final y partes del medio.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296265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Quitar el audio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Exporta solo la imagen.</a:t>
            </a:r>
          </a:p>
        </p:txBody>
      </p:sp>
      <p:sp>
        <p:nvSpPr>
          <p:cNvPr id="12" name="Oval 11"/>
          <p:cNvSpPr/>
          <p:nvPr/>
        </p:nvSpPr>
        <p:spPr>
          <a:xfrm>
            <a:off x="7726679" y="373989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MP4, WebM o GIF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90448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Procesado en tu computadora con WebCodecs.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517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Al instante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68172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cambios, solo se copia el video.</a:t>
            </a:r>
          </a:p>
        </p:txBody>
      </p:sp>
      <p:sp>
        <p:nvSpPr>
          <p:cNvPr id="18" name="Oval 17"/>
          <p:cNvSpPr/>
          <p:nvPr/>
        </p:nvSpPr>
        <p:spPr>
          <a:xfrm>
            <a:off x="7726679" y="529437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2120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Mis grabaciones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5896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Todo guardado y recuperable.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pasa en tu computadora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Tu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Página web: control remoto, guion y cámara por WebRTC directo y cifrado.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Extensión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Captura, mezcla el audio, compone el zoom y el área, y guarda por partes.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Recorta y exporta con WebCodecs: nada se sube a internet.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94760" y="3063240"/>
            <a:ext cx="685800" cy="411480"/>
          </a:xfrm>
          <a:prstGeom prst="rightArrow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680960" y="3063240"/>
            <a:ext cx="685800" cy="411480"/>
          </a:xfrm>
          <a:prstGeom prst="rightArrow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 con tabCapture y desktopCapture · MediaRecorder (H.264 o VP9) · segmentación de personas con MediaPipe en la computadora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02920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22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53035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 Chrome se cierra a la mitad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742431"/>
            <a:ext cx="5760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Cada segundo se guarda en la computadora: el estudio recupera lo grabado.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Tus videos son tuyos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cuentas ni analítica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No hay registro, anuncios ni cookies.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Todo en tu computadora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Las grabaciones se guardan y se editan sin subirse a ningún servidor.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Celular directo y cifrado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WebRTC de punto a punto; el servidor solo sirve para encontrarse.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Permisos mínimos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acceso a sitios es opcional y se puede quitar en los ajustes.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ESTADO · VERSIÓN 1.0.0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Listo para publicar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Probado de punta a punta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68 comprobaciones con la extensión real y un celular conectado, más 51 del estudio (recortes, cortes y exportación).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Paquete listo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dist/grabazo-1.0.0.zip para la Chrome Web Store, Manifest V3, con acceso a sitios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Ficha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Textos, 5 capturas, 2 mosaicos, política de privacidad, justificación de permisos y landing page.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Siguiente paso: publicar la página del celular en mjmc4498.github.io/grabazo, la landing en grabazo.com y subir el ZIP 1.0.0 en el panel del desarrollador.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5F5F7"/>
                </a:solidFill>
                <a:latin typeface="Arial"/>
              </a:rPr>
              <a:t>¡A grabar!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A1A1A6"/>
                </a:solidFill>
                <a:latin typeface="Arial"/>
              </a:rPr>
              <a:t>Instala Grabazo, escanea el QR y graba tu próximo tutorial desde la mano.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2000" b="0">
                <a:solidFill>
                  <a:srgbClr val="A1A1A6"/>
                </a:solidFill>
                <a:latin typeface="Arial"/>
              </a:rPr>
              <a:t>grabazo.com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Creado por Miguel Mogrovejo</a:t>
            </a:r>
          </a:p>
        </p:txBody>
      </p:sp>
      <p:pic>
        <p:nvPicPr>
          <p:cNvPr id="7" name="Picture 6" descr="phone-guion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